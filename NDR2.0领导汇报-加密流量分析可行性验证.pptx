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4E79"/>
                </a:solidFill>
                <a:latin typeface="Microsoft YaHei"/>
              </a:rPr>
              <a:t>NDR 2.0 加密流量分析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Microsoft YaHei"/>
              </a:rPr>
              <a:t>需求可行性验证（第一阶段）
汇报人：________    日期：2026年5月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icrosoft YaHei"/>
              </a:rPr>
              <a:t>NDR 2.0 可行性调研 · 第一阶段  |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一句话结论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C00000"/>
                </a:solidFill>
                <a:latin typeface="Microsoft YaHei"/>
              </a:rPr>
              <a:t>建议决策： </a:t>
            </a:r>
            <a:r>
              <a:rPr sz="1600" b="1">
                <a:solidFill>
                  <a:srgbClr val="333333"/>
                </a:solidFill>
                <a:latin typeface="Microsoft YaHei"/>
              </a:rPr>
              <a:t>批准 NDR 2.0 加密流量分析纳入版本规划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C00000"/>
                </a:solidFill>
                <a:latin typeface="Microsoft YaHei"/>
              </a:rPr>
              <a:t>需求成立：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87.2% 攻击经加密通道；IDC 将加密流量检测列为 2024 核心趋势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C00000"/>
                </a:solidFill>
                <a:latin typeface="Microsoft YaHei"/>
              </a:rPr>
              <a:t>市场可观：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中国 NDR 23.6 亿元（2024）；全球 37.7 亿美元（2025）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C00000"/>
                </a:solidFill>
                <a:latin typeface="Microsoft YaHei"/>
              </a:rPr>
              <a:t>方向清晰：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AI 不解密检测为行业共识，竞品已布局，存在差异化窗口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Microsoft YaHei"/>
              </a:rPr>
              <a:t>依据：NDR市场加密流量检测深度分析报告 V1.1（证据标注版）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为什么要做？— 威胁驱动 + 技术倒逼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E75B6"/>
                </a:solidFill>
                <a:latin typeface="Microsoft YaHei"/>
              </a:rPr>
              <a:t>加密攻击占比 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87.2%（Zscaler 321 亿样本，同比 +10.3%）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75B6"/>
                </a:solidFill>
                <a:latin typeface="Microsoft YaHei"/>
              </a:rPr>
              <a:t>恶意软件占比 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86.5% 加密威胁为恶意软件（勒索/木马/后门）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75B6"/>
                </a:solidFill>
                <a:latin typeface="Microsoft YaHei"/>
              </a:rPr>
              <a:t>HTTPS 普及 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98% Web 请求已加密（HTTP Archive 2024）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75B6"/>
                </a:solidFill>
                <a:latin typeface="Microsoft YaHei"/>
              </a:rPr>
              <a:t>传统手段失效 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明文 DPI 无法有效检测 TLS 1.3 加密流量（73% 站点已采用）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Microsoft YaHei"/>
              </a:rPr>
              <a:t>📸 证据截图：Zscaler 博客 S-04 | HTTP Archive S-05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市场有多大？— 赛道规模支撑投入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市场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规模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增速/预测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来源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中国 NDR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23.6 亿元人民币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2024 年 -0.9%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IDC CHC52196225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全球 NDR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37.7 亿美元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2025 年基准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Grand View Research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全球 NDR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58.2 亿美元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2030 年，CAGR 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MarketsandMarkets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技术趋势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加密流量检测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IDC 2024 核心趋势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IDC PR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Microsoft YaHei"/>
              </a:rPr>
              <a:t>📸 证据截图：安全内参 S-01 | Grand View S-06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竞争格局 — 窗口在哪？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E75B6"/>
                </a:solidFill>
                <a:latin typeface="Microsoft YaHei"/>
              </a:rPr>
              <a:t>头部厂商：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奇安信（连续四年第一）、绿盟、深信服、安恒、360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75B6"/>
                </a:solidFill>
                <a:latin typeface="Microsoft YaHei"/>
              </a:rPr>
              <a:t>专精厂商：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观成科技 — IDC 2024 加密流量检测代表厂商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75B6"/>
                </a:solidFill>
                <a:latin typeface="Microsoft YaHei"/>
              </a:rPr>
              <a:t>技术路线：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AI 不解密（观成/360/绿盟）| 可选解密（奇安信/深信服）| 全量解密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75B6"/>
                </a:solidFill>
                <a:latin typeface="Microsoft YaHei"/>
              </a:rPr>
              <a:t>我们的机会：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AI 不解密 + GenAI 降噪 + 云原生东西向流量检测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Microsoft YaHei"/>
              </a:rPr>
              <a:t>📸 证据截图：IDC 2024 份额图 S-01/S-08 | 精确 % 需 IDC 报告截图 S-09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NDR 2.0 怎么做？— 产品能力建议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E75B6"/>
                </a:solidFill>
                <a:latin typeface="Microsoft YaHei"/>
              </a:rPr>
              <a:t>必做能力：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TLS 元数据解析 + JA3/行为特征 + AI 不解密威胁检测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75B6"/>
                </a:solidFill>
                <a:latin typeface="Microsoft YaHei"/>
              </a:rPr>
              <a:t>增强能力：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可疑流量选择性解密（平衡隐私与检出率）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75B6"/>
                </a:solidFill>
                <a:latin typeface="Microsoft YaHei"/>
              </a:rPr>
              <a:t>融合能力：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GenAI 告警降噪 | API/敏感数据检测 | 云原生全流量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75B6"/>
                </a:solidFill>
                <a:latin typeface="Microsoft YaHei"/>
              </a:rPr>
              <a:t>竞品对标：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奇安信、360、深信服、观成科技（PoC 实测待开展）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Microsoft YaHei"/>
              </a:rPr>
              <a:t>来源：IDC 2024 技术趋势 + V1.1 竞品公开资料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数据可信度 — 回应「数据要有依据」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✅ 已公开验证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18 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附来源链接（IDC/Zscaler/HTTP Archive 等）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⚠️ 已修正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10 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V1.0 口径/年份/数值错误已更正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❌ 已删除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3 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CR5、ETD 32% CAGR、金融渗透率 68% 无出处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🔴 待补充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3 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IDC 精确份额截图 | 竞品 PoC | ETD 细分量化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Microsoft YaHei"/>
              </a:rPr>
              <a:t>交付物：《数据证据索引与核验清单》+ 报告 V1.1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决策建议 &amp;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C00000"/>
                </a:solidFill>
                <a:latin typeface="Microsoft YaHei"/>
              </a:rPr>
              <a:t>请领导决策： </a:t>
            </a:r>
            <a:r>
              <a:rPr sz="1600" b="1">
                <a:solidFill>
                  <a:srgbClr val="333333"/>
                </a:solidFill>
                <a:latin typeface="Microsoft YaHei"/>
              </a:rPr>
              <a:t>批准 NDR 2.0 加密流量分析纳入版本规划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C00000"/>
                </a:solidFill>
                <a:latin typeface="Microsoft YaHei"/>
              </a:rPr>
              <a:t>Q3 行动 ①：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5 家竞品加密流量检测 PoC（奇安信/360/深信服/Palo Alto/Fortinet）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C00000"/>
                </a:solidFill>
                <a:latin typeface="Microsoft YaHei"/>
              </a:rPr>
              <a:t>Q3 行动 ②：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补充 5 张核心数据截图，嵌入汇报材料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C00000"/>
                </a:solidFill>
                <a:latin typeface="Microsoft YaHei"/>
              </a:rPr>
              <a:t>Q3 行动 ③：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输出加密流量分析需求 PRD 初稿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C00000"/>
                </a:solidFill>
                <a:latin typeface="Microsoft YaHei"/>
              </a:rPr>
              <a:t>需支持：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竞品测试环境；IDC 报告采购（可选，获取精确份额）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Microsoft YaHei"/>
              </a:rPr>
              <a:t>第一阶段目标：定性验证通过 → 第二阶段：量化 + 竞品实测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